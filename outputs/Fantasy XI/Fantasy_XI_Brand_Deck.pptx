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12B76A"/>
                </a:solidFill>
                <a:latin typeface="Anton"/>
              </a:defRPr>
            </a:pPr>
            <a:r>
              <a:t>FANTASY XI-AG</a:t>
            </a:r>
          </a:p>
          <a:p>
            <a:pPr>
              <a:spcBef>
                <a:spcPts val="1000"/>
              </a:spcBef>
              <a:defRPr sz="2200">
                <a:solidFill>
                  <a:srgbClr val="F7F7F2"/>
                </a:solidFill>
                <a:latin typeface="Manrope"/>
              </a:defRPr>
            </a:pPr>
            <a:r>
              <a:t>World Cup 2026 Content Channel &amp; Brand Identity Deck</a:t>
            </a:r>
          </a:p>
          <a:p>
            <a:pPr>
              <a:spcBef>
                <a:spcPts val="2000"/>
              </a:spcBef>
              <a:defRPr sz="1400">
                <a:solidFill>
                  <a:srgbClr val="F5B841"/>
                </a:solidFill>
                <a:latin typeface="IBM Plex Mono"/>
              </a:defRPr>
            </a:pPr>
            <a:r>
              <a:t>Presented by Papa Ranjeet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B76A"/>
                </a:solidFill>
                <a:latin typeface="Manrope"/>
              </a:defRPr>
            </a:pPr>
            <a:r>
              <a:t>FANTASY XI-AG BRAND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7F2"/>
                </a:solidFill>
                <a:latin typeface="Anton"/>
              </a:defRPr>
            </a:pPr>
            <a:r>
              <a:t>BRAND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2B76A"/>
                </a:solidFill>
                <a:latin typeface="IBM Plex Mono"/>
              </a:defRPr>
            </a:pPr>
            <a:r>
              <a:t>BRAND NAME</a:t>
            </a:r>
          </a:p>
          <a:p>
            <a:pPr>
              <a:defRPr sz="1500">
                <a:solidFill>
                  <a:srgbClr val="F7F7F2"/>
                </a:solidFill>
                <a:latin typeface="Manrope"/>
              </a:defRPr>
            </a:pPr>
            <a:r>
              <a:t>Fantasy XI-AG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100" b="1">
                <a:solidFill>
                  <a:srgbClr val="F7F7F2"/>
                </a:solidFill>
                <a:latin typeface="IBM Plex Mono"/>
              </a:defRPr>
            </a:pPr>
            <a:r>
              <a:t>PRODUCT / CATEGORY</a:t>
            </a:r>
          </a:p>
          <a:p>
            <a:pPr>
              <a:defRPr sz="1500">
                <a:solidFill>
                  <a:srgbClr val="F7F7F2"/>
                </a:solidFill>
                <a:latin typeface="Manrope"/>
              </a:defRPr>
            </a:pPr>
            <a:r>
              <a:t>Fantasy Football Content Channel (Insta/YouTube)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100" b="1">
                <a:solidFill>
                  <a:srgbClr val="F7F7F2"/>
                </a:solidFill>
                <a:latin typeface="IBM Plex Mono"/>
              </a:defRPr>
            </a:pPr>
            <a:r>
              <a:t>PRIMARY AUDIENCE</a:t>
            </a:r>
          </a:p>
          <a:p>
            <a:pPr>
              <a:defRPr sz="1500">
                <a:solidFill>
                  <a:srgbClr val="F7F7F2"/>
                </a:solidFill>
                <a:latin typeface="Manrope"/>
              </a:defRPr>
            </a:pPr>
            <a:r>
              <a:t>Time-poor managers playing FIFA World Cup Fantasy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100" b="1">
                <a:solidFill>
                  <a:srgbClr val="F7F7F2"/>
                </a:solidFill>
                <a:latin typeface="IBM Plex Mono"/>
              </a:defRPr>
            </a:pPr>
            <a:r>
              <a:t>CORE PROMISE</a:t>
            </a:r>
          </a:p>
          <a:p>
            <a:pPr>
              <a:defRPr sz="1500">
                <a:solidFill>
                  <a:srgbClr val="F7F7F2"/>
                </a:solidFill>
                <a:latin typeface="Manrope"/>
              </a:defRPr>
            </a:pPr>
            <a:r>
              <a:t>Daily deadline-ready fantasy calls without the noise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100" b="1">
                <a:solidFill>
                  <a:srgbClr val="F5B841"/>
                </a:solidFill>
                <a:latin typeface="IBM Plex Mono"/>
              </a:defRPr>
            </a:pPr>
            <a:r>
              <a:t>DESIRED PERCEPTION</a:t>
            </a:r>
          </a:p>
          <a:p>
            <a:pPr>
              <a:defRPr sz="1500">
                <a:solidFill>
                  <a:srgbClr val="F7F7F2"/>
                </a:solidFill>
                <a:latin typeface="Manrope"/>
              </a:defRPr>
            </a:pPr>
            <a:r>
              <a:t>Witty, analytical, tension-free, and highly practical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2B76A"/>
                </a:solidFill>
                <a:latin typeface="IBM Plex Mono"/>
              </a:defRPr>
            </a:pPr>
            <a:r>
              <a:t>POSITIONING &amp; VOICE</a:t>
            </a:r>
          </a:p>
          <a:p>
            <a:pPr>
              <a:spcAft>
                <a:spcPts val="2000"/>
              </a:spcAft>
              <a:defRPr sz="1500">
                <a:solidFill>
                  <a:srgbClr val="F7F7F2"/>
                </a:solidFill>
                <a:latin typeface="Manrope"/>
              </a:defRPr>
            </a:pPr>
            <a:r>
              <a:t>For fantasy managers who do not have hours to follow press conferences and injury updates, Fantasy XI-AG turns the noise into simple daily XI decisions. Unlike noisy betting-style channels, we make it tension-free and highly relatable.</a:t>
            </a:r>
          </a:p>
          <a:p>
            <a:pPr>
              <a:spcAft>
                <a:spcPts val="500"/>
              </a:spcAft>
              <a:defRPr sz="1100" b="1">
                <a:solidFill>
                  <a:srgbClr val="F5B841"/>
                </a:solidFill>
                <a:latin typeface="IBM Plex Mono"/>
              </a:defRPr>
            </a:pPr>
            <a:r>
              <a:t>THE ONLINESS STATEMENT</a:t>
            </a:r>
          </a:p>
          <a:p>
            <a:pPr>
              <a:defRPr sz="1500">
                <a:solidFill>
                  <a:srgbClr val="F7F7F2"/>
                </a:solidFill>
                <a:latin typeface="Manrope"/>
              </a:defRPr>
            </a:pPr>
            <a:r>
              <a:t>Fantasy XI-AG is the only fantasy football content lab that turns World Cup chaos into simple daily XI decisions for time-poor managers in Hinglish.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B76A"/>
                </a:solidFill>
                <a:latin typeface="Manrope"/>
              </a:defRPr>
            </a:pPr>
            <a:r>
              <a:t>FANTASY XI-AG BRAND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7F2"/>
                </a:solidFill>
                <a:latin typeface="Anton"/>
              </a:defRPr>
            </a:pPr>
            <a:r>
              <a:t>PRESENTER PERSONA: PAPA RANJEET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2B76A"/>
                </a:solidFill>
                <a:latin typeface="IBM Plex Mono"/>
              </a:defRPr>
            </a:pPr>
            <a:r>
              <a:t>PERSONA PROPORTIONS</a:t>
            </a:r>
          </a:p>
          <a:p>
            <a:pPr>
              <a:spcBef>
                <a:spcPts val="800"/>
              </a:spcBef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60% Bada Bhai (Big Brother Analyst)</a:t>
            </a:r>
          </a:p>
          <a:p>
            <a:pPr>
              <a:spcAft>
                <a:spcPts val="400"/>
              </a:spcAft>
              <a:defRPr sz="1200">
                <a:solidFill>
                  <a:srgbClr val="F7F7F2"/>
                </a:solidFill>
                <a:latin typeface="Manrope"/>
              </a:defRPr>
            </a:pPr>
            <a:r>
              <a:t>  Conversational, protective of viewer's fantasy team, uses friendly Hinglish terminology ('bhaiya', 'tension-free').</a:t>
            </a:r>
          </a:p>
          <a:p>
            <a:pPr>
              <a:spcBef>
                <a:spcPts val="800"/>
              </a:spcBef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30% Explorer</a:t>
            </a:r>
          </a:p>
          <a:p>
            <a:pPr>
              <a:spcAft>
                <a:spcPts val="400"/>
              </a:spcAft>
              <a:defRPr sz="1200">
                <a:solidFill>
                  <a:srgbClr val="F7F7F2"/>
                </a:solidFill>
                <a:latin typeface="Manrope"/>
              </a:defRPr>
            </a:pPr>
            <a:r>
              <a:t>  Hunts for high-upside differentials, clean sheet routes, and fixture swings before the crowd.</a:t>
            </a:r>
          </a:p>
          <a:p>
            <a:pPr>
              <a:spcBef>
                <a:spcPts val="800"/>
              </a:spcBef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10% Showman</a:t>
            </a:r>
          </a:p>
          <a:p>
            <a:pPr>
              <a:spcAft>
                <a:spcPts val="400"/>
              </a:spcAft>
              <a:defRPr sz="1200">
                <a:solidFill>
                  <a:srgbClr val="F7F7F2"/>
                </a:solidFill>
                <a:latin typeface="Manrope"/>
              </a:defRPr>
            </a:pPr>
            <a:r>
              <a:t>  Engaging, witty, uses catchphrases like 'Risk hai toh ishq hai!' to keep audience hooked.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B841"/>
                </a:solidFill>
                <a:latin typeface="IBM Plex Mono"/>
              </a:defRPr>
            </a:pPr>
            <a:r>
              <a:t>SIGNATURE PHRASES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F7F7F2"/>
                </a:solidFill>
                <a:latin typeface="IBM Plex Mono"/>
              </a:defRPr>
            </a:pPr>
            <a:r>
              <a:t>"Tension-free pick hai, lock kar do."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F7F7F2"/>
                </a:solidFill>
                <a:latin typeface="IBM Plex Mono"/>
              </a:defRPr>
            </a:pPr>
            <a:r>
              <a:t>"Risk hai toh ishq hai, let's punt."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F7F7F2"/>
                </a:solidFill>
                <a:latin typeface="IBM Plex Mono"/>
              </a:defRPr>
            </a:pPr>
            <a:r>
              <a:t>"Naam bada, par minutes ka kya?"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F7F7F2"/>
                </a:solidFill>
                <a:latin typeface="IBM Plex Mono"/>
              </a:defRPr>
            </a:pPr>
            <a:r>
              <a:t>"Aankh band karke captain mat banao."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F7F7F2"/>
                </a:solidFill>
                <a:latin typeface="IBM Plex Mono"/>
              </a:defRPr>
            </a:pPr>
            <a:r>
              <a:t>"Maza aega!"</a:t>
            </a:r>
          </a:p>
          <a:p>
            <a:pPr>
              <a:spcBef>
                <a:spcPts val="2000"/>
              </a:spcBef>
              <a:spcAft>
                <a:spcPts val="500"/>
              </a:spcAft>
              <a:defRPr sz="1100" b="1">
                <a:solidFill>
                  <a:srgbClr val="12B76A"/>
                </a:solidFill>
                <a:latin typeface="IBM Plex Mono"/>
              </a:defRPr>
            </a:pPr>
            <a:r>
              <a:t>PRODUCTION WORKFLOWS</a:t>
            </a:r>
          </a:p>
          <a:p>
            <a:pPr>
              <a:defRPr sz="1300">
                <a:solidFill>
                  <a:srgbClr val="F7F7F2"/>
                </a:solidFill>
                <a:latin typeface="Manrope"/>
              </a:defRPr>
            </a:pPr>
            <a:r>
              <a:t>- FACE ON-CAMERA: Talking head segments with stats cards overlayed.</a:t>
            </a:r>
            <a:br/>
            <a:r>
              <a:t>- FACELESS SCREENSHARE: App dashboard zooms with Papa Ranjeet animated caricature.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B76A"/>
                </a:solidFill>
                <a:latin typeface="Manrope"/>
              </a:defRPr>
            </a:pPr>
            <a:r>
              <a:t>FANTASY XI-AG BRAND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7F2"/>
                </a:solidFill>
                <a:latin typeface="Anton"/>
              </a:defRPr>
            </a:pPr>
            <a:r>
              <a:t>DESIGN SYSTEM: COLORS &amp;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2B76A"/>
                </a:solidFill>
                <a:latin typeface="IBM Plex Mono"/>
              </a:defRPr>
            </a:pPr>
            <a:r>
              <a:t>BRAND COLOR SYSTEM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Deep Navy (#07111F)</a:t>
            </a:r>
          </a:p>
          <a:p>
            <a:pPr>
              <a:spcAft>
                <a:spcPts val="8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60% Base - Premium, calm data background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Pitch Green (#12B76A)</a:t>
            </a:r>
          </a:p>
          <a:p>
            <a:pPr>
              <a:spcAft>
                <a:spcPts val="8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30% Accent - Vitality, pitch action, Locks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Chalk White (#F7F7F2)</a:t>
            </a:r>
          </a:p>
          <a:p>
            <a:pPr>
              <a:spcAft>
                <a:spcPts val="8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Core Readability - Contrast titles &amp; text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Signal Amber (#F5B841)</a:t>
            </a:r>
          </a:p>
          <a:p>
            <a:pPr>
              <a:spcAft>
                <a:spcPts val="8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10% Callouts - Punts, warnings &amp; differentials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Risk Red (#EF4444)</a:t>
            </a:r>
          </a:p>
          <a:p>
            <a:pPr>
              <a:spcAft>
                <a:spcPts val="8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Highlights - Avoids, injuries &amp; rotation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B841"/>
                </a:solidFill>
                <a:latin typeface="IBM Plex Mono"/>
              </a:defRPr>
            </a:pPr>
            <a:r>
              <a:t>TYPOGRAPHY HIERARCHY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HEADLINES (Anton / Bebas Neue)</a:t>
            </a:r>
          </a:p>
          <a:p>
            <a:pPr>
              <a:spcAft>
                <a:spcPts val="10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Bold, condensed uppercase sports-broadcast fonts from Envato Elements or Google Fonts. Used for player names, main titles.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BODY TEXT (Manrope / Inter)</a:t>
            </a:r>
          </a:p>
          <a:p>
            <a:pPr>
              <a:spcAft>
                <a:spcPts val="10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Clean, modern geometric sans-serif font. Highly readable on mobile screens during fast-paced Reels/Shorts.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NUMBERS &amp; STATS (IBM Plex Mono / Roboto Mono)</a:t>
            </a:r>
          </a:p>
          <a:p>
            <a:pPr>
              <a:spcAft>
                <a:spcPts val="10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Monospaced font used for price values (£5.5m), percentages, and analytical stat grids to give a lab-report feel.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B76A"/>
                </a:solidFill>
                <a:latin typeface="Manrope"/>
              </a:defRPr>
            </a:pPr>
            <a:r>
              <a:t>FANTASY XI-AG BRAND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7F2"/>
                </a:solidFill>
                <a:latin typeface="Anton"/>
              </a:defRPr>
            </a:pPr>
            <a:r>
              <a:t>VISUAL ASSETS &amp; MOCKUP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7F7F2"/>
                </a:solidFill>
                <a:latin typeface="Manrope"/>
              </a:defRPr>
            </a:pPr>
            <a:r>
              <a:t>Select from 3 distinct generated logo styles. We have also generated the master analyst backdrop.</a:t>
            </a:r>
          </a:p>
        </p:txBody>
      </p:sp>
      <p:pic>
        <p:nvPicPr>
          <p:cNvPr id="5" name="Picture 4" descr="esports_shield_logo_1781006369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3120"/>
            <a:ext cx="237744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572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7F7F2"/>
                </a:solidFill>
                <a:latin typeface="IBM Plex Mono"/>
              </a:defRPr>
            </a:pPr>
            <a:r>
              <a:t>Option 1: Esports Shield</a:t>
            </a:r>
          </a:p>
        </p:txBody>
      </p:sp>
      <p:pic>
        <p:nvPicPr>
          <p:cNvPr id="7" name="Picture 6" descr="retro_crest_logo_17810063831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103120"/>
            <a:ext cx="237744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9000" y="4572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7F7F2"/>
                </a:solidFill>
                <a:latin typeface="IBM Plex Mono"/>
              </a:defRPr>
            </a:pPr>
            <a:r>
              <a:t>Option 2: Retro Crest</a:t>
            </a:r>
          </a:p>
        </p:txBody>
      </p:sp>
      <p:pic>
        <p:nvPicPr>
          <p:cNvPr id="9" name="Picture 8" descr="minimalist_monogram_logo_17810063983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103120"/>
            <a:ext cx="237744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45720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7F7F2"/>
                </a:solidFill>
                <a:latin typeface="IBM Plex Mono"/>
              </a:defRPr>
            </a:pPr>
            <a:r>
              <a:t>Option 3: Minimal Monogram</a:t>
            </a:r>
          </a:p>
        </p:txBody>
      </p:sp>
      <p:pic>
        <p:nvPicPr>
          <p:cNvPr id="11" name="Picture 10" descr="broadcasting_backdrop_1781006412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2103120"/>
            <a:ext cx="2590495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15400" y="3657600"/>
            <a:ext cx="2590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B76A"/>
                </a:solidFill>
                <a:latin typeface="IBM Plex Mono"/>
              </a:defRPr>
            </a:pPr>
            <a:r>
              <a:t>Master Analyst Backdrop</a:t>
            </a:r>
          </a:p>
          <a:p>
            <a:pPr algn="ctr">
              <a:spcBef>
                <a:spcPts val="400"/>
              </a:spcBef>
              <a:defRPr sz="900">
                <a:solidFill>
                  <a:srgbClr val="F7F7F2"/>
                </a:solidFill>
                <a:latin typeface="Manrope"/>
              </a:defRPr>
            </a:pPr>
            <a:r>
              <a:t>Premium dark-mode screen backdrop for studio green screens or video overlays.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B76A"/>
                </a:solidFill>
                <a:latin typeface="Manrope"/>
              </a:defRPr>
            </a:pPr>
            <a:r>
              <a:t>FANTASY XI-AG BRAND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7F2"/>
                </a:solidFill>
                <a:latin typeface="Anton"/>
              </a:defRPr>
            </a:pPr>
            <a:r>
              <a:t>ENVATO ELEMENTS SEARCH &amp;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2B76A"/>
                </a:solidFill>
                <a:latin typeface="IBM Plex Mono"/>
              </a:defRPr>
            </a:pPr>
            <a:r>
              <a:t>VIDEO ASSETS &amp; GRAPHICS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Video Intros / Openers</a:t>
            </a:r>
          </a:p>
          <a:p>
            <a:pPr>
              <a:spcAft>
                <a:spcPts val="10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Search Keywords: `esports intro dynamic`, `sports broadcast package`.</a:t>
            </a:r>
            <a:br/>
            <a:r>
              <a:t>Look for high-BPM glitch slide templates, customize tint colors to Navy and Pitch Green.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Stinger Transitions</a:t>
            </a:r>
          </a:p>
          <a:p>
            <a:pPr>
              <a:spcAft>
                <a:spcPts val="10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Search Keywords: `sports stinger transition`, `glitch wipe`.</a:t>
            </a:r>
            <a:br/>
            <a:r>
              <a:t>Use 0.5-second fast logo-swipes to separate talking segments.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Lower Thirds / Stat Cards</a:t>
            </a:r>
          </a:p>
          <a:p>
            <a:pPr>
              <a:spcAft>
                <a:spcPts val="10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Search Keywords: `sports lower third`, `football player card`.</a:t>
            </a:r>
            <a:br/>
            <a:r>
              <a:t>Translucent dark slate background card templates for player stats overlay.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5B841"/>
                </a:solidFill>
                <a:latin typeface="IBM Plex Mono"/>
              </a:defRPr>
            </a:pPr>
            <a:r>
              <a:t>AUDIO &amp; SOUND EFFECTS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Background Music Tracks</a:t>
            </a:r>
          </a:p>
          <a:p>
            <a:pPr>
              <a:spcAft>
                <a:spcPts val="10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Search Keywords: `sports trap beat`, `dark cyberpunk action hip hop`.</a:t>
            </a:r>
            <a:br/>
            <a:r>
              <a:t>Choose loopable tracks at 120-140 BPM with heavy bass kicks. Play low underneath voice.</a:t>
            </a:r>
          </a:p>
          <a:p>
            <a:pPr>
              <a:spcAft>
                <a:spcPts val="200"/>
              </a:spcAft>
              <a:defRPr sz="1400" b="1">
                <a:solidFill>
                  <a:srgbClr val="F7F7F2"/>
                </a:solidFill>
                <a:latin typeface="Manrope"/>
              </a:defRPr>
            </a:pPr>
            <a:r>
              <a:t>• Sound Effects (SFX)</a:t>
            </a:r>
          </a:p>
          <a:p>
            <a:pPr>
              <a:spcAft>
                <a:spcPts val="1000"/>
              </a:spcAft>
              <a:defRPr sz="1100">
                <a:solidFill>
                  <a:srgbClr val="F7F7F2"/>
                </a:solidFill>
                <a:latin typeface="Manrope"/>
              </a:defRPr>
            </a:pPr>
            <a:r>
              <a:t>  Search Keywords: `whoosh transition`, `digital glitch sound`, `stadium roar`.</a:t>
            </a:r>
            <a:br/>
            <a:r>
              <a:t>Place whooshes when stat boxes slide in; crowd swells when LOCK is declared.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B76A"/>
                </a:solidFill>
                <a:latin typeface="Manrope"/>
              </a:defRPr>
            </a:pPr>
            <a:r>
              <a:t>FANTASY XI-AG BRAND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7F2"/>
                </a:solidFill>
                <a:latin typeface="Anton"/>
              </a:defRPr>
            </a:pPr>
            <a:r>
              <a:t>LAUNCH CAMPAIGN CALENDAR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45920"/>
          <a:ext cx="10820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2103120"/>
                <a:gridCol w="3047695"/>
                <a:gridCol w="219456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7F7F2"/>
                          </a:solidFill>
                          <a:latin typeface="IBM Plex Mono"/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2B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7F7F2"/>
                          </a:solidFill>
                          <a:latin typeface="IBM Plex Mono"/>
                        </a:defRPr>
                      </a:pPr>
                      <a:r>
                        <a:t>Instagram Reels</a:t>
                      </a:r>
                    </a:p>
                  </a:txBody>
                  <a:tcPr>
                    <a:solidFill>
                      <a:srgbClr val="12B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7F7F2"/>
                          </a:solidFill>
                          <a:latin typeface="IBM Plex Mono"/>
                        </a:defRPr>
                      </a:pPr>
                      <a:r>
                        <a:t>YouTube Shorts</a:t>
                      </a:r>
                    </a:p>
                  </a:txBody>
                  <a:tcPr>
                    <a:solidFill>
                      <a:srgbClr val="12B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7F7F2"/>
                          </a:solidFill>
                          <a:latin typeface="IBM Plex Mono"/>
                        </a:defRPr>
                      </a:pPr>
                      <a:r>
                        <a:t>YouTube Long-Form</a:t>
                      </a:r>
                    </a:p>
                  </a:txBody>
                  <a:tcPr>
                    <a:solidFill>
                      <a:srgbClr val="12B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7F7F2"/>
                          </a:solidFill>
                          <a:latin typeface="IBM Plex Mono"/>
                        </a:defRPr>
                      </a:pPr>
                      <a:r>
                        <a:t>Daily Theme</a:t>
                      </a:r>
                    </a:p>
                  </a:txBody>
                  <a:tcPr>
                    <a:solidFill>
                      <a:srgbClr val="12B76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June 10 (Day 0)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Reel: Channel Intro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Short: Channel Intro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Video: MD1 Masterclass Draft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Channel Launch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June 11 (Day 1)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Story: Countdown &amp; Lineups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Short: Rolling Captaincy Hack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Opener Deadline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June 12 (Day 2)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Reel: MD1 Points Review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Short: 3 Players to Watch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MD1 Reactions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June 13 (Day 3)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Carousel: Clean sheet paths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Short: Sasta aur Tikau (Budget)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Video: MD2 Transfer Targets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Defensive Swings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June 14 (Day 4)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Reel: 3 Punts of MD2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Short: Door Raho Traps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Differential Hunting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June 15 (Day 5)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Story: Polls on MD2 Captains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Short: Safe vs Punt Captains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Video: MD2 Final Team Reveal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Captaincy Battles</a:t>
                      </a:r>
                    </a:p>
                  </a:txBody>
                  <a:tcPr>
                    <a:solidFill>
                      <a:srgbClr val="07111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June 16 (Day 6)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Story Q&amp;A: Team Sudhaaro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Short: Quick Viewer Draft Fixes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7F7F2"/>
                          </a:solidFill>
                          <a:latin typeface="Manrope"/>
                        </a:defRPr>
                      </a:pPr>
                      <a:r>
                        <a:t>Viewer Team Reviews</a:t>
                      </a:r>
                    </a:p>
                  </a:txBody>
                  <a:tcPr>
                    <a:solidFill>
                      <a:srgbClr val="2731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2B76A"/>
                </a:solidFill>
                <a:latin typeface="Manrope"/>
              </a:defRPr>
            </a:pPr>
            <a:r>
              <a:t>FANTASY XI-AG BRAND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7F7F2"/>
                </a:solidFill>
                <a:latin typeface="Anton"/>
              </a:defRPr>
            </a:pPr>
            <a:r>
              <a:t>CONTENT SCRIPTS (HINGLISH)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2B76A"/>
                </a:solidFill>
                <a:latin typeface="IBM Plex Mono"/>
              </a:defRPr>
            </a:pPr>
            <a:r>
              <a:t>SCRIPT 1: CHANNEL INTRO</a:t>
            </a:r>
          </a:p>
          <a:p>
            <a:pPr>
              <a:defRPr sz="1100">
                <a:solidFill>
                  <a:srgbClr val="F7F7F2"/>
                </a:solidFill>
                <a:latin typeface="Manrope"/>
              </a:defRPr>
            </a:pPr>
            <a:r>
              <a:t>"Dosto, World Cup Fantasy kal se shuru ho raha hai, aur is channel pe hum isko bilkul simple rakhne wale hain.</a:t>
            </a:r>
            <a:br/>
            <a:br/>
            <a:r>
              <a:t>Koi lambi kahani nahi, koi boring spreadsheets nahi. Papa Ranjeet aapko har matchday se pehle 3 simple calls dega:</a:t>
            </a:r>
            <a:br/>
            <a:r>
              <a:t>1. Ek Tension-free Lock pick (points ki guaranteed delivery)</a:t>
            </a:r>
            <a:br/>
            <a:r>
              <a:t>2. Ek Punt (risk hai toh ishq hai, low owned but high points)</a:t>
            </a:r>
            <a:br/>
            <a:r>
              <a:t>3. Aur ek Avoid player jisse bilkul door rehna hai!</a:t>
            </a:r>
            <a:br/>
            <a:br/>
            <a:r>
              <a:t>Save this video right now! Comments mein 'DRAFT' likho ya team DM karo, match se pehle final draft ready kar denge. Maza aega!"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B841"/>
                </a:solidFill>
                <a:latin typeface="IBM Plex Mono"/>
              </a:defRPr>
            </a:pPr>
            <a:r>
              <a:t>SCRIPT 2: ROLLING CAPTAINCY HACK</a:t>
            </a:r>
          </a:p>
          <a:p>
            <a:pPr>
              <a:defRPr sz="1100">
                <a:solidFill>
                  <a:srgbClr val="F7F7F2"/>
                </a:solidFill>
                <a:latin typeface="Manrope"/>
              </a:defRPr>
            </a:pPr>
            <a:r>
              <a:t>"World Cup Fantasy ka sabse bada hack pata hai? Rolling Captaincy!</a:t>
            </a:r>
            <a:br/>
            <a:br/>
            <a:r>
              <a:t>Standard FPL jaisa nahi hai bhaiya. Yahan agar aapka Day 1 ka captain blank jata hai, toh aap use badal kar Day 2 wale player ko captain bana sakte ho.</a:t>
            </a:r>
            <a:br/>
            <a:br/>
            <a:r>
              <a:t>Isliye apni draft team mein do clear captaincy options rakho. Day 1 pe kisi high-upside attacker pe punt lo—opener match ke star. Chal gaya toh badhiya, varna Day 2 pe Messi ya Mbappe ko armband de dena!</a:t>
            </a:r>
            <a:br/>
            <a:br/>
            <a:r>
              <a:t>Rules strategy ko details mein samajhne ke liye comment karo 'CAPTAIN' aur follow dabao!"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